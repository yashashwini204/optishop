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324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341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596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573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039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158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107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775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955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818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604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484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612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824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785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866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25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6376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491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854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15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443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2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651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265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681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503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721E8811-2282-401D-8774-AA074774390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8A081D3A-E2B8-44DF-9703-4734F60376B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56271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  <p:sldLayoutId id="2147483744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.in/goto?url=CAESfwHrOzAVYpOOM0ol-Hyo9SyTMEeOWJxW9pxSVsOVjt6ppIV_nR3hlduRxbeallqbHyZZn_n4CCYnPrVBD8qjxS8yiU-mHAZ_oTZaoOPmJCPNTwaUxQbyBXQZKZrju159JTWmzvxa5EzKRJCtadrYtyF173CRtTeHEuKdBOi08SI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.in/goto?url=CAESfQHrOzAV8VIG4W3Rsol_OhVXPAXoKXR_GlQ3jM0JOKk4mNhE7dST_SYOEo--IhJutIzFbIZ1-_mBz5dq4jcvtg1_kl2HduQ28orTnQDdjHxX-uTojER6FgS2-znxYzRI2GlueXMj4_ABHWWPKWwHkr0DNtHltYL-EjJUscaZ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3C93-9351-8A14-CD63-EFA281789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en-US" dirty="0"/>
              <a:t>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8A225-EF83-6DD0-7451-713DC752B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97160"/>
            <a:ext cx="10815484" cy="2090839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                                                                                 PRESENTED BY: P.SAI SRINIDHI (25MVCSMRO255)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K.YASHASHWINI (25MVCSMR0235)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K.POOJITHA (25MVCSMR0223)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P. SIRI VENNELA (25MVCSMR0249)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9CC672-6C77-A9DB-895E-4D5CAC12D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6" r="1519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73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F5582-F278-9050-4ED4-971B6F80C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Introduction &amp; Problem Statement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2A851-A6D4-00E0-EE90-6CF217A69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 </a:t>
            </a:r>
            <a:r>
              <a:rPr lang="en-US" b="1" dirty="0"/>
              <a:t>The Challenge in Modern E-Commerce</a:t>
            </a:r>
          </a:p>
          <a:p>
            <a:pPr marL="0" lvl="0" indent="0">
              <a:buNone/>
            </a:pPr>
            <a:endParaRPr lang="en-US" dirty="0"/>
          </a:p>
          <a:p>
            <a:pPr lvl="1"/>
            <a:r>
              <a:rPr lang="en-US" dirty="0"/>
              <a:t>High cart abandonment rates due to poor product page clarity.</a:t>
            </a:r>
          </a:p>
          <a:p>
            <a:pPr lvl="1"/>
            <a:r>
              <a:rPr lang="en-US" dirty="0"/>
              <a:t>Intense market competition lowering profit margins.</a:t>
            </a:r>
          </a:p>
          <a:p>
            <a:pPr lvl="1"/>
            <a:r>
              <a:rPr lang="en-US" dirty="0"/>
              <a:t>Information overload making it hard for customers to find the right item.</a:t>
            </a:r>
          </a:p>
          <a:p>
            <a:pPr lvl="1"/>
            <a:r>
              <a:rPr lang="en-US" b="1" dirty="0"/>
              <a:t>The Goal:</a:t>
            </a:r>
            <a:r>
              <a:rPr lang="en-US" dirty="0"/>
              <a:t> Use a product optimizer to streamline listings and match user intent.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424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7DA8-9D32-0831-DD3A-98F5D7785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46" y="1033272"/>
            <a:ext cx="11253668" cy="1106424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What is an Online Shopping Product Optimizer?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E7B21-7624-37F2-36E6-4646FAD7B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/>
              <a:t>Defining the Optimizer Tool</a:t>
            </a:r>
          </a:p>
          <a:p>
            <a:pPr marL="0" lvl="0" indent="0">
              <a:buNone/>
            </a:pPr>
            <a:endParaRPr lang="en-US" dirty="0"/>
          </a:p>
          <a:p>
            <a:pPr lvl="1"/>
            <a:r>
              <a:rPr lang="en-US" b="1" dirty="0"/>
              <a:t>Definition:</a:t>
            </a:r>
            <a:r>
              <a:rPr lang="en-US" dirty="0"/>
              <a:t> An automated software system that refines product titles, descriptions, pricing, and tags.</a:t>
            </a:r>
          </a:p>
          <a:p>
            <a:pPr lvl="1"/>
            <a:r>
              <a:rPr lang="en-US" dirty="0"/>
              <a:t>Core function: Analyzes real-time search trends and buyer behavior.</a:t>
            </a:r>
          </a:p>
          <a:p>
            <a:pPr lvl="1"/>
            <a:r>
              <a:rPr lang="en-US" dirty="0"/>
              <a:t>Acts as a bridge between inventory data and customer search queries.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601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2CA6-56DA-7EF8-B36A-ABCBD7F88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Core Features of the Optimizer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CB192-946B-B557-E809-0DA18D12C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/>
              <a:t>Key Capabilities</a:t>
            </a:r>
          </a:p>
          <a:p>
            <a:pPr marL="0" lvl="0" indent="0">
              <a:buNone/>
            </a:pPr>
            <a:endParaRPr lang="en-US" dirty="0"/>
          </a:p>
          <a:p>
            <a:pPr lvl="1"/>
            <a:r>
              <a:rPr lang="en-US" b="1" dirty="0"/>
              <a:t>Dynamic Pricing:</a:t>
            </a:r>
            <a:r>
              <a:rPr lang="en-US" dirty="0"/>
              <a:t> Adjusts prices based on competitor tracking and demand.</a:t>
            </a:r>
          </a:p>
          <a:p>
            <a:pPr lvl="1"/>
            <a:r>
              <a:rPr lang="en-US" b="1" dirty="0"/>
              <a:t>SEO Title &amp; Tag Refinement:</a:t>
            </a:r>
            <a:r>
              <a:rPr lang="en-US" dirty="0"/>
              <a:t> Optimizes keywords for search visibility.</a:t>
            </a:r>
          </a:p>
          <a:p>
            <a:pPr lvl="1"/>
            <a:r>
              <a:rPr lang="en-US" b="1" dirty="0"/>
              <a:t>Image &amp; Content Scoring:</a:t>
            </a:r>
            <a:r>
              <a:rPr lang="en-US" dirty="0"/>
              <a:t> Evaluates media quality and readability.</a:t>
            </a:r>
          </a:p>
          <a:p>
            <a:pPr lvl="1"/>
            <a:r>
              <a:rPr lang="en-US" b="1" dirty="0"/>
              <a:t>Stock &amp; Availability Sync:</a:t>
            </a:r>
            <a:r>
              <a:rPr lang="en-US" dirty="0"/>
              <a:t> Automatically flags low inventory or top sellers. [</a:t>
            </a:r>
            <a:r>
              <a:rPr lang="en-US" dirty="0">
                <a:hlinkClick r:id="rId2"/>
              </a:rPr>
              <a:t>1</a:t>
            </a:r>
            <a:r>
              <a:rPr lang="en-US" dirty="0"/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30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10B5-12F5-A589-D651-112D0D65B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How It Works (The Workflow)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260-02D6-0E2D-4206-6D67EF67C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sz="3200" b="1" dirty="0"/>
              <a:t>Optimization Process Flow</a:t>
            </a:r>
          </a:p>
          <a:p>
            <a:pPr marL="0" lvl="0" indent="0">
              <a:buNone/>
            </a:pPr>
            <a:endParaRPr lang="en-US" dirty="0"/>
          </a:p>
          <a:p>
            <a:pPr lvl="1"/>
            <a:r>
              <a:rPr lang="en-US" b="1" dirty="0"/>
              <a:t>Data Ingestion:</a:t>
            </a:r>
            <a:r>
              <a:rPr lang="en-US" dirty="0"/>
              <a:t> Pulls catalog details, prices, and traffic metrics.</a:t>
            </a:r>
          </a:p>
          <a:p>
            <a:pPr lvl="1"/>
            <a:r>
              <a:rPr lang="en-US" b="1" dirty="0"/>
              <a:t>AI &amp; Analytics Engine:</a:t>
            </a:r>
            <a:r>
              <a:rPr lang="en-US" dirty="0"/>
              <a:t> Scans for gaps in descriptions, missing keywords, or uncompetitive pricing.</a:t>
            </a:r>
          </a:p>
          <a:p>
            <a:pPr lvl="1"/>
            <a:r>
              <a:rPr lang="en-US" b="1" dirty="0"/>
              <a:t>Automated Recommendations:</a:t>
            </a:r>
            <a:r>
              <a:rPr lang="en-US" dirty="0"/>
              <a:t> Flags items needing updates or auto-applies changes.</a:t>
            </a:r>
          </a:p>
          <a:p>
            <a:pPr lvl="1"/>
            <a:r>
              <a:rPr lang="en-US" b="1" dirty="0"/>
              <a:t>Performance Tracking:</a:t>
            </a:r>
            <a:r>
              <a:rPr lang="en-US" dirty="0"/>
              <a:t> Monitors click-through rates (CTR) post-update.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486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16A2A-D914-C66D-9CE5-3804F140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429768"/>
            <a:ext cx="11253668" cy="1106424"/>
          </a:xfrm>
        </p:spPr>
        <p:txBody>
          <a:bodyPr/>
          <a:lstStyle/>
          <a:p>
            <a:r>
              <a:rPr lang="en-US" b="1" dirty="0"/>
              <a:t>Benefits for Merchants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6FCA1-8E73-2DEA-7382-C75A3A11B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/>
              <a:t> Driving Business Value</a:t>
            </a:r>
          </a:p>
          <a:p>
            <a:pPr marL="0" lvl="0" indent="0">
              <a:buNone/>
            </a:pPr>
            <a:endParaRPr lang="en-US" dirty="0"/>
          </a:p>
          <a:p>
            <a:pPr lvl="1"/>
            <a:r>
              <a:rPr lang="en-US" b="1" dirty="0"/>
              <a:t>Higher Conversion Rates:</a:t>
            </a:r>
            <a:r>
              <a:rPr lang="en-US" dirty="0"/>
              <a:t> Clearer pages turn browsers into buyers.</a:t>
            </a:r>
          </a:p>
          <a:p>
            <a:pPr lvl="1"/>
            <a:r>
              <a:rPr lang="en-US" b="1" dirty="0"/>
              <a:t>Time Savings:</a:t>
            </a:r>
            <a:r>
              <a:rPr lang="en-US" dirty="0"/>
              <a:t> Automates manual listing updates across multiple channels.</a:t>
            </a:r>
          </a:p>
          <a:p>
            <a:pPr lvl="1"/>
            <a:r>
              <a:rPr lang="en-US" b="1" dirty="0"/>
              <a:t>Improved ROI:</a:t>
            </a:r>
            <a:r>
              <a:rPr lang="en-US" dirty="0"/>
              <a:t> Maximizes ad spend by pointing traffic to fully optimized, high-converting products. [</a:t>
            </a:r>
            <a:r>
              <a:rPr lang="en-US" dirty="0">
                <a:hlinkClick r:id="rId2"/>
              </a:rPr>
              <a:t>1</a:t>
            </a:r>
            <a:r>
              <a:rPr lang="en-US" dirty="0"/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851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2E1E-48D0-DFE6-B468-3BBD5E5CF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821" y="907616"/>
            <a:ext cx="11253668" cy="1106424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Benefits for Customers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36BE2-BACC-5065-2BF6-BA067E556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 </a:t>
            </a:r>
            <a:r>
              <a:rPr lang="en-US" b="1" dirty="0"/>
              <a:t>Enhancing the Shopper Experience</a:t>
            </a:r>
          </a:p>
          <a:p>
            <a:pPr marL="0" lvl="0" indent="0">
              <a:buNone/>
            </a:pPr>
            <a:endParaRPr lang="en-US" dirty="0"/>
          </a:p>
          <a:p>
            <a:pPr lvl="1"/>
            <a:r>
              <a:rPr lang="en-US" dirty="0"/>
              <a:t>Accurate product details reduce returns and dissatisfaction.</a:t>
            </a:r>
          </a:p>
          <a:p>
            <a:pPr lvl="1"/>
            <a:r>
              <a:rPr lang="en-US" dirty="0"/>
              <a:t>Faster search results match exact user needs.</a:t>
            </a:r>
          </a:p>
          <a:p>
            <a:pPr lvl="1"/>
            <a:r>
              <a:rPr lang="en-US" dirty="0"/>
              <a:t>Transparent pricing and clear specs build brand trust.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952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B711-683B-5CD5-B347-1FBC75F1C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17448"/>
            <a:ext cx="11253668" cy="1106424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E7E31-7B96-0E6E-41ED-D801C6FF0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dirty="0"/>
          </a:p>
          <a:p>
            <a:pPr lvl="1"/>
            <a:r>
              <a:rPr lang="en-US" dirty="0"/>
              <a:t>Product optimization is a continuous loop, not a one-time fix.</a:t>
            </a:r>
          </a:p>
          <a:p>
            <a:pPr lvl="1"/>
            <a:r>
              <a:rPr lang="en-US" dirty="0"/>
              <a:t>Empowers brands to stay agile in a fast-moving digital market.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314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D6388-C49F-22E2-F2FB-3D5D6F45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645" y="2766218"/>
            <a:ext cx="10515600" cy="1325563"/>
          </a:xfrm>
        </p:spPr>
        <p:txBody>
          <a:bodyPr>
            <a:noAutofit/>
          </a:bodyPr>
          <a:lstStyle/>
          <a:p>
            <a:r>
              <a:rPr lang="en-US" sz="9600" b="1" dirty="0"/>
              <a:t>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30642332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21</TotalTime>
  <Words>387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Haettenschweiler</vt:lpstr>
      <vt:lpstr>Trade Gothic Next Light</vt:lpstr>
      <vt:lpstr>Editorial</vt:lpstr>
      <vt:lpstr>m</vt:lpstr>
      <vt:lpstr> Introduction &amp; Problem Statement </vt:lpstr>
      <vt:lpstr>    What is an Online Shopping Product Optimizer? </vt:lpstr>
      <vt:lpstr> Core Features of the Optimizer </vt:lpstr>
      <vt:lpstr> How It Works (The Workflow) </vt:lpstr>
      <vt:lpstr>Benefits for Merchants</vt:lpstr>
      <vt:lpstr> Benefits for Customers </vt:lpstr>
      <vt:lpstr> Conclusion </vt:lpstr>
      <vt:lpstr>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ALLURI THARUN REDDY</dc:creator>
  <cp:lastModifiedBy>ALLURI THARUN REDDY</cp:lastModifiedBy>
  <cp:revision>3</cp:revision>
  <dcterms:created xsi:type="dcterms:W3CDTF">2026-10-03T05:07:10Z</dcterms:created>
  <dcterms:modified xsi:type="dcterms:W3CDTF">2026-10-03T05:52:35Z</dcterms:modified>
</cp:coreProperties>
</file>